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Spectral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ectral-regular.fntdata"/><Relationship Id="rId11" Type="http://schemas.openxmlformats.org/officeDocument/2006/relationships/slide" Target="slides/slide6.xml"/><Relationship Id="rId22" Type="http://schemas.openxmlformats.org/officeDocument/2006/relationships/font" Target="fonts/Spectral-italic.fntdata"/><Relationship Id="rId10" Type="http://schemas.openxmlformats.org/officeDocument/2006/relationships/slide" Target="slides/slide5.xml"/><Relationship Id="rId21" Type="http://schemas.openxmlformats.org/officeDocument/2006/relationships/font" Target="fonts/Spectral-bold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23" Type="http://schemas.openxmlformats.org/officeDocument/2006/relationships/font" Target="fonts/Spectral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2d00b99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82d00b9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2d00b9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82d00b9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2d00b99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82d00b99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2d00b99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82d00b99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82d00b99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82d00b99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venanalytics.io/data-playground/harry-potter-movie-scripts" TargetMode="External"/><Relationship Id="rId4" Type="http://schemas.openxmlformats.org/officeDocument/2006/relationships/hyperlink" Target="https://github.com/leidyfleitas001-droid/HarryPotter-SQL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55850" y="804800"/>
            <a:ext cx="8832300" cy="16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Harry Potter Dialogue &amp; Character Analysis </a:t>
            </a:r>
            <a:endParaRPr b="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41600" y="3372150"/>
            <a:ext cx="3830400" cy="17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34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5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Leidy Fleitas</a:t>
            </a:r>
            <a:endParaRPr sz="625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5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Brian Bueso</a:t>
            </a:r>
            <a:endParaRPr sz="625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5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Tyler Kindred</a:t>
            </a:r>
            <a:endParaRPr sz="625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84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6584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87200" y="2571750"/>
            <a:ext cx="834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</a:rPr>
              <a:t>A data-driven exploration of dialogue, characters, and locations in the Harry Potter movies </a:t>
            </a:r>
            <a:endParaRPr b="1" i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: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32425" y="1853850"/>
            <a:ext cx="78858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is based on dialogue from the Harry Potter movie series.</a:t>
            </a:r>
            <a:b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includes information about characters, locations, and dialogue lines.</a:t>
            </a:r>
            <a:endParaRPr sz="53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Goals:</a:t>
            </a:r>
            <a:endParaRPr b="1" sz="53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0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how dialogue is distributed across movies</a:t>
            </a:r>
            <a:endParaRPr sz="53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characters with the most dialogue</a:t>
            </a:r>
            <a:endParaRPr sz="53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the most common locations</a:t>
            </a:r>
            <a:endParaRPr sz="53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character presence in key scenes</a:t>
            </a:r>
            <a:endParaRPr sz="53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PROCESS: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03550" y="2078875"/>
            <a:ext cx="8114700" cy="27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4">
                <a:solidFill>
                  <a:schemeClr val="dk2"/>
                </a:solidFill>
              </a:rPr>
              <a:t>Imported dataset into Azure SQL Database</a:t>
            </a:r>
            <a:endParaRPr b="1" sz="2174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74">
                <a:solidFill>
                  <a:schemeClr val="dk2"/>
                </a:solidFill>
              </a:rPr>
              <a:t>Connected database to VS Code (DBCode)</a:t>
            </a:r>
            <a:endParaRPr b="1" sz="2174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74">
                <a:solidFill>
                  <a:schemeClr val="dk2"/>
                </a:solidFill>
              </a:rPr>
              <a:t>Created multiple SQL queries for analysis</a:t>
            </a:r>
            <a:endParaRPr b="1" sz="2174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74">
                <a:solidFill>
                  <a:schemeClr val="dk2"/>
                </a:solidFill>
              </a:rPr>
              <a:t>Used joins between Dialogue, Characters, and Places</a:t>
            </a:r>
            <a:endParaRPr b="1" sz="2174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74">
                <a:solidFill>
                  <a:schemeClr val="dk2"/>
                </a:solidFill>
              </a:rPr>
              <a:t>Created visualizations using DBCode</a:t>
            </a:r>
            <a:endParaRPr b="1" sz="2174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74">
                <a:solidFill>
                  <a:schemeClr val="dk2"/>
                </a:solidFill>
              </a:rPr>
              <a:t>Organized project using GitHub</a:t>
            </a:r>
            <a:endParaRPr b="1" sz="2174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44000" y="1306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&amp; FINDINGS :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36725" y="2006600"/>
            <a:ext cx="7688700" cy="28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Dialogue varies significantly across movies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Harry Potter has the highest number of dialogue lines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Hermione Granger and Ron Weasley also contribute heavily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Hogwarts locations appear most frequently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Key locations highlight interactions between main characters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6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 is concentrated among main characters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Hogwarts is the central setting of the story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Certain locations are tied to important scenes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Recommendations: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 analysis on character relationships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dataset for deeper insights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dialogue trends across movies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Reference: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Harry Potter dataset (class-provided)</a:t>
            </a:r>
            <a:endParaRPr sz="6100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0" u="sng">
                <a:solidFill>
                  <a:srgbClr val="4493F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https://mavenanalytics.io/data-playground/harry-potter-movie-scripts</a:t>
            </a:r>
            <a:r>
              <a:rPr lang="en" sz="5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GitHub Repository:</a:t>
            </a:r>
            <a:endParaRPr sz="6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leidyfleitas001-droid/HarryPotter-SQL-Analysis</a:t>
            </a:r>
            <a:r>
              <a:rPr lang="en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6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Microsoft Azure SQL Database</a:t>
            </a:r>
            <a:endParaRPr sz="6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Visual Studio Code (DBCode)</a:t>
            </a:r>
            <a:endParaRPr sz="6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ChatGPT (AI assistance) </a:t>
            </a:r>
            <a:endParaRPr sz="6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